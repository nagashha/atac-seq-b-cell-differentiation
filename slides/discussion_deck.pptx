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samples, five donors, resting cells. PC1 is 87% of the variance and it separates bulk B from plasmablast cleanly. Donor symbols scatter across both groups, so the split is biological, not technical.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14% of tested regions change, near-balanced in both directions. That balance matters: a strong asymmetry would suggest a normalisation artefact rather than biology. Individual loci confirm it — PRDM1 opens across thirteen distal enhancers, MS4A1 shuts down at its promoter.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Completely clean split. Regions closing in plasmablasts are dominated by ETS motifs — PU.1 and SpiB, the factors that hold B-cell identity in place. Regions opening are dominated by the IRF family, with IRF4 top at 1e-202. IRF4 was also one of my six target genes, chosen independently, so the gene-level and sequence-level analyses agree.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Happy to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Bulk B cells vs Plasmablasts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98448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Chromatin accessibility across B-cell differentiation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samples · 5 donors · ATAC-seq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971800" y="268833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variance separates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cell types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14,662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971800" y="373989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differentially accessible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754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ETS → IRF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971800" y="479145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transcription factor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</a:t>
            </a:r>
            <a:endParaRPr lang="en-US" sz="1300" dirty="0"/>
          </a:p>
        </p:txBody>
      </p:sp>
      <p:pic>
        <p:nvPicPr>
          <p:cNvPr id="11" name="Image 0" descr="p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1417320"/>
            <a:ext cx="4206240" cy="336499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452360" y="48920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separate by cell type, not by donor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" y="6126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sysbiol19  ·  Project P04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 seven open regions changes</a:t>
            </a:r>
            <a:endParaRPr lang="en-US" sz="3400" dirty="0"/>
          </a:p>
        </p:txBody>
      </p:sp>
      <p:pic>
        <p:nvPicPr>
          <p:cNvPr id="3" name="Image 0" descr="volca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5120640" cy="44256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63640" y="1417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 biologically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263640" y="1920240"/>
            <a:ext cx="5303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14,662 of 101,593 tested regions are differentially accessible (FDR &lt; 0.05, |log2FC| ≥ 1).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 is near-balanced: 7,976 open in plasmablasts, 6,686 open in bulk B.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 is an exchange, not a general opening of chromatin — one identity programme is dismantled while another is installed.</a:t>
            </a:r>
            <a:endParaRPr lang="en-US" sz="145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two stages of one lineage, so a change this large reflects a full rewiring of the regulatory landscape.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transcription factor handover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Motif enrichment in the regions that changed (HOMER, background = all open regions)</a:t>
            </a:r>
            <a:endParaRPr lang="en-US" sz="1400" dirty="0"/>
          </a:p>
        </p:txBody>
      </p:sp>
      <p:pic>
        <p:nvPicPr>
          <p:cNvPr id="4" name="Image 0" descr="homer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44752"/>
            <a:ext cx="1097280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 welcome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22960" y="5349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assistant was used to help prepare the figures and slide layout of this presentation. All analyses, parameter choices and interpretations are my own.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2026-08-07T07:30:16Z</dcterms:created>
  <dcterms:modified xsi:type="dcterms:W3CDTF">2026-08-07T07:30:16Z</dcterms:modified>
</cp:coreProperties>
</file>